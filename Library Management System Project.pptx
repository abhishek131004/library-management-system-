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8"/>
  </p:notesMasterIdLst>
  <p:handoutMasterIdLst>
    <p:handoutMasterId r:id="rId19"/>
  </p:handoutMasterIdLst>
  <p:sldIdLst>
    <p:sldId id="312" r:id="rId5"/>
    <p:sldId id="304" r:id="rId6"/>
    <p:sldId id="322" r:id="rId7"/>
    <p:sldId id="323" r:id="rId8"/>
    <p:sldId id="324" r:id="rId9"/>
    <p:sldId id="325" r:id="rId10"/>
    <p:sldId id="326" r:id="rId11"/>
    <p:sldId id="328" r:id="rId12"/>
    <p:sldId id="329" r:id="rId13"/>
    <p:sldId id="330" r:id="rId14"/>
    <p:sldId id="331" r:id="rId15"/>
    <p:sldId id="332" r:id="rId16"/>
    <p:sldId id="297" r:id="rId1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78" d="100"/>
          <a:sy n="78" d="100"/>
        </p:scale>
        <p:origin x="878"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shek urkude" userId="53a18d26c099e9d1" providerId="LiveId" clId="{6A2B6B51-DF06-460B-8418-B718639776DA}"/>
    <pc:docChg chg="modSld">
      <pc:chgData name="abhishek urkude" userId="53a18d26c099e9d1" providerId="LiveId" clId="{6A2B6B51-DF06-460B-8418-B718639776DA}" dt="2026-09-01T09:37:00.342" v="32" actId="20577"/>
      <pc:docMkLst>
        <pc:docMk/>
      </pc:docMkLst>
      <pc:sldChg chg="modSp mod">
        <pc:chgData name="abhishek urkude" userId="53a18d26c099e9d1" providerId="LiveId" clId="{6A2B6B51-DF06-460B-8418-B718639776DA}" dt="2026-09-01T09:32:47.069" v="3" actId="20577"/>
        <pc:sldMkLst>
          <pc:docMk/>
          <pc:sldMk cId="4160267619" sldId="325"/>
        </pc:sldMkLst>
        <pc:spChg chg="mod">
          <ac:chgData name="abhishek urkude" userId="53a18d26c099e9d1" providerId="LiveId" clId="{6A2B6B51-DF06-460B-8418-B718639776DA}" dt="2026-09-01T09:32:47.069" v="3" actId="20577"/>
          <ac:spMkLst>
            <pc:docMk/>
            <pc:sldMk cId="4160267619" sldId="325"/>
            <ac:spMk id="9" creationId="{1282D61E-5B26-54AC-1506-D26ACCB1A4D1}"/>
          </ac:spMkLst>
        </pc:spChg>
      </pc:sldChg>
      <pc:sldChg chg="modSp mod">
        <pc:chgData name="abhishek urkude" userId="53a18d26c099e9d1" providerId="LiveId" clId="{6A2B6B51-DF06-460B-8418-B718639776DA}" dt="2026-09-01T09:33:57.914" v="10" actId="20577"/>
        <pc:sldMkLst>
          <pc:docMk/>
          <pc:sldMk cId="2345148734" sldId="326"/>
        </pc:sldMkLst>
        <pc:spChg chg="mod">
          <ac:chgData name="abhishek urkude" userId="53a18d26c099e9d1" providerId="LiveId" clId="{6A2B6B51-DF06-460B-8418-B718639776DA}" dt="2026-09-01T09:33:57.914" v="10" actId="20577"/>
          <ac:spMkLst>
            <pc:docMk/>
            <pc:sldMk cId="2345148734" sldId="326"/>
            <ac:spMk id="9" creationId="{DEC0C39A-33A3-A88E-C6F3-0C76F9CB2F13}"/>
          </ac:spMkLst>
        </pc:spChg>
      </pc:sldChg>
      <pc:sldChg chg="modSp mod">
        <pc:chgData name="abhishek urkude" userId="53a18d26c099e9d1" providerId="LiveId" clId="{6A2B6B51-DF06-460B-8418-B718639776DA}" dt="2026-09-01T09:34:31.245" v="16" actId="20577"/>
        <pc:sldMkLst>
          <pc:docMk/>
          <pc:sldMk cId="1255033387" sldId="328"/>
        </pc:sldMkLst>
        <pc:spChg chg="mod">
          <ac:chgData name="abhishek urkude" userId="53a18d26c099e9d1" providerId="LiveId" clId="{6A2B6B51-DF06-460B-8418-B718639776DA}" dt="2026-09-01T09:34:31.245" v="16" actId="20577"/>
          <ac:spMkLst>
            <pc:docMk/>
            <pc:sldMk cId="1255033387" sldId="328"/>
            <ac:spMk id="9" creationId="{871BCE74-3901-99D9-9A6A-2F003D60AB9B}"/>
          </ac:spMkLst>
        </pc:spChg>
      </pc:sldChg>
      <pc:sldChg chg="modSp mod">
        <pc:chgData name="abhishek urkude" userId="53a18d26c099e9d1" providerId="LiveId" clId="{6A2B6B51-DF06-460B-8418-B718639776DA}" dt="2026-09-01T09:34:48.355" v="18" actId="20577"/>
        <pc:sldMkLst>
          <pc:docMk/>
          <pc:sldMk cId="3686227892" sldId="329"/>
        </pc:sldMkLst>
        <pc:spChg chg="mod">
          <ac:chgData name="abhishek urkude" userId="53a18d26c099e9d1" providerId="LiveId" clId="{6A2B6B51-DF06-460B-8418-B718639776DA}" dt="2026-09-01T09:34:48.355" v="18" actId="20577"/>
          <ac:spMkLst>
            <pc:docMk/>
            <pc:sldMk cId="3686227892" sldId="329"/>
            <ac:spMk id="9" creationId="{4E36BE11-6922-DC7B-2D90-C519C77F76E9}"/>
          </ac:spMkLst>
        </pc:spChg>
      </pc:sldChg>
      <pc:sldChg chg="modSp mod">
        <pc:chgData name="abhishek urkude" userId="53a18d26c099e9d1" providerId="LiveId" clId="{6A2B6B51-DF06-460B-8418-B718639776DA}" dt="2026-09-01T09:35:31.451" v="24" actId="20577"/>
        <pc:sldMkLst>
          <pc:docMk/>
          <pc:sldMk cId="679877817" sldId="330"/>
        </pc:sldMkLst>
        <pc:spChg chg="mod">
          <ac:chgData name="abhishek urkude" userId="53a18d26c099e9d1" providerId="LiveId" clId="{6A2B6B51-DF06-460B-8418-B718639776DA}" dt="2026-09-01T09:35:31.451" v="24" actId="20577"/>
          <ac:spMkLst>
            <pc:docMk/>
            <pc:sldMk cId="679877817" sldId="330"/>
            <ac:spMk id="9" creationId="{D08BDA1D-1615-7F77-AE4A-687BFA51794C}"/>
          </ac:spMkLst>
        </pc:spChg>
      </pc:sldChg>
      <pc:sldChg chg="modSp mod">
        <pc:chgData name="abhishek urkude" userId="53a18d26c099e9d1" providerId="LiveId" clId="{6A2B6B51-DF06-460B-8418-B718639776DA}" dt="2026-09-01T09:35:51.868" v="26" actId="20577"/>
        <pc:sldMkLst>
          <pc:docMk/>
          <pc:sldMk cId="2100806682" sldId="331"/>
        </pc:sldMkLst>
        <pc:spChg chg="mod">
          <ac:chgData name="abhishek urkude" userId="53a18d26c099e9d1" providerId="LiveId" clId="{6A2B6B51-DF06-460B-8418-B718639776DA}" dt="2026-09-01T09:35:51.868" v="26" actId="20577"/>
          <ac:spMkLst>
            <pc:docMk/>
            <pc:sldMk cId="2100806682" sldId="331"/>
            <ac:spMk id="9" creationId="{3E737C4D-839E-060D-EE53-6A14BE6CD35D}"/>
          </ac:spMkLst>
        </pc:spChg>
      </pc:sldChg>
      <pc:sldChg chg="modSp mod">
        <pc:chgData name="abhishek urkude" userId="53a18d26c099e9d1" providerId="LiveId" clId="{6A2B6B51-DF06-460B-8418-B718639776DA}" dt="2026-09-01T09:37:00.342" v="32" actId="20577"/>
        <pc:sldMkLst>
          <pc:docMk/>
          <pc:sldMk cId="1065380346" sldId="332"/>
        </pc:sldMkLst>
        <pc:spChg chg="mod">
          <ac:chgData name="abhishek urkude" userId="53a18d26c099e9d1" providerId="LiveId" clId="{6A2B6B51-DF06-460B-8418-B718639776DA}" dt="2026-09-01T09:37:00.342" v="32" actId="20577"/>
          <ac:spMkLst>
            <pc:docMk/>
            <pc:sldMk cId="1065380346" sldId="332"/>
            <ac:spMk id="9" creationId="{36B07714-B7F0-DD69-746C-F13D606DA63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208D6-3420-80FA-D46B-B53ED1987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287290-3BAD-69A7-E37E-0E6EC9E4A163}"/>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A371921-BB8E-0635-0BF4-DFFDD505C4B6}"/>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649199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451E-0A5D-98DC-DB62-AFE04FD84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74D75-CC5F-F42A-2F2D-77F09009490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BAEE0073-1EC7-BAF1-C6A3-4E80966367E3}"/>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3606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FB9B2-2292-1E76-54B2-588398A667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6A4E97-5AD4-85DB-62A8-C9BA3B6ACE6C}"/>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58201A6-77B5-5AE9-AE9B-CE8244BF46EC}"/>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542903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DAC44-751E-7F0F-3198-A8B936AAF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E3385-C0EB-3359-30A5-1B858599209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B434921-ABAB-6E88-EE5D-3C8CAC58A02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095770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311F2-7285-8873-B9E8-C74C3491E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FEEF7-7B22-1E6D-2D6C-985A2DDFC54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4C35412-475F-F06A-1623-3E83CE49BCF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189038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40044-9B1A-993E-346F-CE362F22B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84197-C724-D28C-986E-65FE18A716BB}"/>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3BADFDA8-4919-D4DD-F52D-2B08E29C8D5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595983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ED7D9-41B4-7594-0B4B-D538814B62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523D1-FEF1-341E-01DB-3C3AE8C6A0B9}"/>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F7F35CE6-2D72-D609-4CB3-18E214E7617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679508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EF5CA-5CAE-4A32-27FE-A91F42F92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63A29-5629-76AB-AF49-8774E983C546}"/>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BC80907-92C6-4E48-5B9D-5E3E4B60B015}"/>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54876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B1695-1EA5-ED0C-9EC5-DC0D62162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F318ED-BD61-C6F8-39D2-B3FFAC8B949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7B49E491-C92A-6337-4471-13687849B31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2166788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dirty="0"/>
              <a:t>Library Management System Project </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167148" y="163009"/>
            <a:ext cx="6583680" cy="1531357"/>
          </a:xfrm>
        </p:spPr>
        <p:txBody>
          <a:bodyPr/>
          <a:lstStyle/>
          <a:p>
            <a:r>
              <a:rPr lang="en-US" dirty="0"/>
              <a:t>objective</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167147" y="1920240"/>
            <a:ext cx="7757653" cy="3207344"/>
          </a:xfrm>
        </p:spPr>
        <p:txBody>
          <a:bodyPr>
            <a:normAutofit lnSpcReduction="10000"/>
          </a:bodyPr>
          <a:lstStyle/>
          <a:p>
            <a:r>
              <a:rPr lang="en-US" dirty="0"/>
              <a:t>The objective of this project is to design and implement a relational database for a library management system using MySQL. The database will manage information on about books, library members, and borrowing activities. It will also allow performing various queries to retrieve insights and support library operations. </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
        <p:nvSpPr>
          <p:cNvPr id="9" name="Content Placeholder 3">
            <a:extLst>
              <a:ext uri="{FF2B5EF4-FFF2-40B4-BE49-F238E27FC236}">
                <a16:creationId xmlns:a16="http://schemas.microsoft.com/office/drawing/2014/main" id="{38B804D7-23A8-5001-78C4-3188EA3731D2}"/>
              </a:ext>
            </a:extLst>
          </p:cNvPr>
          <p:cNvSpPr txBox="1">
            <a:spLocks/>
          </p:cNvSpPr>
          <p:nvPr/>
        </p:nvSpPr>
        <p:spPr>
          <a:xfrm>
            <a:off x="696660" y="2493625"/>
            <a:ext cx="5399340"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 from Books;</a:t>
            </a:r>
          </a:p>
        </p:txBody>
      </p:sp>
      <p:pic>
        <p:nvPicPr>
          <p:cNvPr id="11" name="Picture 10">
            <a:extLst>
              <a:ext uri="{FF2B5EF4-FFF2-40B4-BE49-F238E27FC236}">
                <a16:creationId xmlns:a16="http://schemas.microsoft.com/office/drawing/2014/main" id="{5619F121-5C63-77C3-1ABB-343813AB1E9B}"/>
              </a:ext>
            </a:extLst>
          </p:cNvPr>
          <p:cNvPicPr>
            <a:picLocks noChangeAspect="1"/>
          </p:cNvPicPr>
          <p:nvPr/>
        </p:nvPicPr>
        <p:blipFill>
          <a:blip r:embed="rId3"/>
          <a:stretch>
            <a:fillRect/>
          </a:stretch>
        </p:blipFill>
        <p:spPr>
          <a:xfrm>
            <a:off x="580103" y="3880233"/>
            <a:ext cx="11033224" cy="2314090"/>
          </a:xfrm>
          <a:prstGeom prst="rect">
            <a:avLst/>
          </a:prstGeom>
        </p:spPr>
      </p:pic>
      <p:sp>
        <p:nvSpPr>
          <p:cNvPr id="12" name="Title 1">
            <a:extLst>
              <a:ext uri="{FF2B5EF4-FFF2-40B4-BE49-F238E27FC236}">
                <a16:creationId xmlns:a16="http://schemas.microsoft.com/office/drawing/2014/main" id="{1543C436-73EF-3703-1E8C-D4D7E3C62D46}"/>
              </a:ext>
            </a:extLst>
          </p:cNvPr>
          <p:cNvSpPr>
            <a:spLocks noGrp="1"/>
          </p:cNvSpPr>
          <p:nvPr>
            <p:ph type="title"/>
          </p:nvPr>
        </p:nvSpPr>
        <p:spPr>
          <a:xfrm>
            <a:off x="509846" y="529936"/>
            <a:ext cx="8486669" cy="534190"/>
          </a:xfrm>
        </p:spPr>
        <p:txBody>
          <a:bodyPr/>
          <a:lstStyle/>
          <a:p>
            <a:pPr algn="l"/>
            <a:r>
              <a:rPr lang="en-US" dirty="0"/>
              <a:t>1. Retrieve all book details</a:t>
            </a:r>
          </a:p>
        </p:txBody>
      </p:sp>
    </p:spTree>
    <p:extLst>
      <p:ext uri="{BB962C8B-B14F-4D97-AF65-F5344CB8AC3E}">
        <p14:creationId xmlns:p14="http://schemas.microsoft.com/office/powerpoint/2010/main" val="1686213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5866-B0F7-3CFE-D61D-0DB0768C35E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C5C40AE-8A85-E0F7-7675-3FFB221BD993}"/>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4</a:t>
            </a:fld>
            <a:endParaRPr lang="en-US" dirty="0"/>
          </a:p>
        </p:txBody>
      </p:sp>
      <p:sp>
        <p:nvSpPr>
          <p:cNvPr id="9" name="Content Placeholder 3">
            <a:extLst>
              <a:ext uri="{FF2B5EF4-FFF2-40B4-BE49-F238E27FC236}">
                <a16:creationId xmlns:a16="http://schemas.microsoft.com/office/drawing/2014/main" id="{74B728DB-8984-07A8-78E4-D8B1D8CCEBBE}"/>
              </a:ext>
            </a:extLst>
          </p:cNvPr>
          <p:cNvSpPr txBox="1">
            <a:spLocks/>
          </p:cNvSpPr>
          <p:nvPr/>
        </p:nvSpPr>
        <p:spPr>
          <a:xfrm>
            <a:off x="581533" y="2832344"/>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 from Members where </a:t>
            </a:r>
            <a:r>
              <a:rPr lang="en-US" dirty="0" err="1"/>
              <a:t>MembershipDate</a:t>
            </a:r>
            <a:r>
              <a:rPr lang="en-US" dirty="0"/>
              <a:t> &gt; '2022-01-01';</a:t>
            </a:r>
          </a:p>
        </p:txBody>
      </p:sp>
      <p:pic>
        <p:nvPicPr>
          <p:cNvPr id="4" name="Picture 3">
            <a:extLst>
              <a:ext uri="{FF2B5EF4-FFF2-40B4-BE49-F238E27FC236}">
                <a16:creationId xmlns:a16="http://schemas.microsoft.com/office/drawing/2014/main" id="{CB6C6D1A-CB6F-AAF5-4B93-C2120124243D}"/>
              </a:ext>
            </a:extLst>
          </p:cNvPr>
          <p:cNvPicPr>
            <a:picLocks noChangeAspect="1"/>
          </p:cNvPicPr>
          <p:nvPr/>
        </p:nvPicPr>
        <p:blipFill>
          <a:blip r:embed="rId3"/>
          <a:stretch>
            <a:fillRect/>
          </a:stretch>
        </p:blipFill>
        <p:spPr>
          <a:xfrm>
            <a:off x="581533" y="3781910"/>
            <a:ext cx="11033224" cy="2233234"/>
          </a:xfrm>
          <a:prstGeom prst="rect">
            <a:avLst/>
          </a:prstGeom>
        </p:spPr>
      </p:pic>
      <p:sp>
        <p:nvSpPr>
          <p:cNvPr id="5" name="Title 1">
            <a:extLst>
              <a:ext uri="{FF2B5EF4-FFF2-40B4-BE49-F238E27FC236}">
                <a16:creationId xmlns:a16="http://schemas.microsoft.com/office/drawing/2014/main" id="{9F42A552-16E6-5C9D-6C15-2817C6833B8B}"/>
              </a:ext>
            </a:extLst>
          </p:cNvPr>
          <p:cNvSpPr>
            <a:spLocks noGrp="1"/>
          </p:cNvSpPr>
          <p:nvPr>
            <p:ph type="title"/>
          </p:nvPr>
        </p:nvSpPr>
        <p:spPr>
          <a:xfrm>
            <a:off x="509846" y="457199"/>
            <a:ext cx="10569679" cy="1115991"/>
          </a:xfrm>
        </p:spPr>
        <p:txBody>
          <a:bodyPr/>
          <a:lstStyle/>
          <a:p>
            <a:pPr algn="l"/>
            <a:r>
              <a:rPr lang="en-US" dirty="0"/>
              <a:t>2. Find all members who joined  after January 1, 2022</a:t>
            </a:r>
          </a:p>
        </p:txBody>
      </p:sp>
    </p:spTree>
    <p:extLst>
      <p:ext uri="{BB962C8B-B14F-4D97-AF65-F5344CB8AC3E}">
        <p14:creationId xmlns:p14="http://schemas.microsoft.com/office/powerpoint/2010/main" val="2394735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81B7B-10A3-CB3C-904D-5ED279B2BB8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E1AA68-752E-1A9D-CF1A-407ACFCE8912}"/>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
        <p:nvSpPr>
          <p:cNvPr id="9" name="Content Placeholder 3">
            <a:extLst>
              <a:ext uri="{FF2B5EF4-FFF2-40B4-BE49-F238E27FC236}">
                <a16:creationId xmlns:a16="http://schemas.microsoft.com/office/drawing/2014/main" id="{BD935AC8-56A9-7A5F-3E01-0A835635250E}"/>
              </a:ext>
            </a:extLst>
          </p:cNvPr>
          <p:cNvSpPr txBox="1">
            <a:spLocks/>
          </p:cNvSpPr>
          <p:nvPr/>
        </p:nvSpPr>
        <p:spPr>
          <a:xfrm>
            <a:off x="580103" y="2791051"/>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 from books where </a:t>
            </a:r>
            <a:r>
              <a:rPr lang="en-US" dirty="0" err="1"/>
              <a:t>CopiesAvailable</a:t>
            </a:r>
            <a:r>
              <a:rPr lang="en-US" dirty="0"/>
              <a:t> &lt; 3;</a:t>
            </a:r>
          </a:p>
        </p:txBody>
      </p:sp>
      <p:pic>
        <p:nvPicPr>
          <p:cNvPr id="4" name="Picture 3">
            <a:extLst>
              <a:ext uri="{FF2B5EF4-FFF2-40B4-BE49-F238E27FC236}">
                <a16:creationId xmlns:a16="http://schemas.microsoft.com/office/drawing/2014/main" id="{7A5405B1-918C-82AC-5192-123F9260A769}"/>
              </a:ext>
            </a:extLst>
          </p:cNvPr>
          <p:cNvPicPr>
            <a:picLocks noChangeAspect="1"/>
          </p:cNvPicPr>
          <p:nvPr/>
        </p:nvPicPr>
        <p:blipFill>
          <a:blip r:embed="rId3"/>
          <a:srcRect/>
          <a:stretch/>
        </p:blipFill>
        <p:spPr>
          <a:xfrm>
            <a:off x="580103" y="4001730"/>
            <a:ext cx="11033224" cy="2045109"/>
          </a:xfrm>
          <a:prstGeom prst="rect">
            <a:avLst/>
          </a:prstGeom>
        </p:spPr>
      </p:pic>
      <p:sp>
        <p:nvSpPr>
          <p:cNvPr id="2" name="Title 1">
            <a:extLst>
              <a:ext uri="{FF2B5EF4-FFF2-40B4-BE49-F238E27FC236}">
                <a16:creationId xmlns:a16="http://schemas.microsoft.com/office/drawing/2014/main" id="{9A53DF31-CEA3-BF2E-84D5-F0BAB796CF45}"/>
              </a:ext>
            </a:extLst>
          </p:cNvPr>
          <p:cNvSpPr>
            <a:spLocks noGrp="1"/>
          </p:cNvSpPr>
          <p:nvPr>
            <p:ph type="title"/>
          </p:nvPr>
        </p:nvSpPr>
        <p:spPr>
          <a:xfrm>
            <a:off x="509846" y="529935"/>
            <a:ext cx="11170877" cy="954735"/>
          </a:xfrm>
        </p:spPr>
        <p:txBody>
          <a:bodyPr/>
          <a:lstStyle/>
          <a:p>
            <a:pPr algn="l"/>
            <a:r>
              <a:rPr lang="en-US" dirty="0"/>
              <a:t>3. List the books that have fewer than 3 copies available</a:t>
            </a:r>
          </a:p>
        </p:txBody>
      </p:sp>
    </p:spTree>
    <p:extLst>
      <p:ext uri="{BB962C8B-B14F-4D97-AF65-F5344CB8AC3E}">
        <p14:creationId xmlns:p14="http://schemas.microsoft.com/office/powerpoint/2010/main" val="3423486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8D403-127C-3239-9AE4-3DF6382E78C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B3EA5F0-8498-9A8E-B9D1-6E1D61DCB4E4}"/>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6</a:t>
            </a:fld>
            <a:endParaRPr lang="en-US" dirty="0"/>
          </a:p>
        </p:txBody>
      </p:sp>
      <p:sp>
        <p:nvSpPr>
          <p:cNvPr id="9" name="Content Placeholder 3">
            <a:extLst>
              <a:ext uri="{FF2B5EF4-FFF2-40B4-BE49-F238E27FC236}">
                <a16:creationId xmlns:a16="http://schemas.microsoft.com/office/drawing/2014/main" id="{1282D61E-5B26-54AC-1506-D26ACCB1A4D1}"/>
              </a:ext>
            </a:extLst>
          </p:cNvPr>
          <p:cNvSpPr txBox="1">
            <a:spLocks/>
          </p:cNvSpPr>
          <p:nvPr/>
        </p:nvSpPr>
        <p:spPr>
          <a:xfrm>
            <a:off x="751208" y="2026099"/>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a:t>
            </a:r>
            <a:r>
              <a:rPr lang="en-US" dirty="0" err="1"/>
              <a:t>B.Borrow_id,M.Name,BK.Title,B.BorrowDate,B.ReturnDateFrom</a:t>
            </a:r>
            <a:r>
              <a:rPr lang="en-US" dirty="0"/>
              <a:t> </a:t>
            </a:r>
            <a:r>
              <a:rPr lang="en-US" dirty="0" err="1"/>
              <a:t>BorrowingTable</a:t>
            </a:r>
            <a:r>
              <a:rPr lang="en-US" dirty="0"/>
              <a:t> B Join Members M ON </a:t>
            </a:r>
            <a:r>
              <a:rPr lang="en-US" dirty="0" err="1"/>
              <a:t>B.Member_id</a:t>
            </a:r>
            <a:r>
              <a:rPr lang="en-US" dirty="0"/>
              <a:t> = </a:t>
            </a:r>
            <a:r>
              <a:rPr lang="en-US" dirty="0" err="1"/>
              <a:t>M.Member_id</a:t>
            </a:r>
            <a:r>
              <a:rPr lang="en-US" dirty="0"/>
              <a:t> Join Books BK ON </a:t>
            </a:r>
            <a:r>
              <a:rPr lang="en-US" dirty="0" err="1"/>
              <a:t>B.Book_id</a:t>
            </a:r>
            <a:r>
              <a:rPr lang="en-US" dirty="0"/>
              <a:t> = </a:t>
            </a:r>
            <a:r>
              <a:rPr lang="en-US" dirty="0" err="1"/>
              <a:t>BK.Book_id</a:t>
            </a:r>
            <a:r>
              <a:rPr lang="en-US" dirty="0"/>
              <a:t>;</a:t>
            </a:r>
          </a:p>
        </p:txBody>
      </p:sp>
      <p:pic>
        <p:nvPicPr>
          <p:cNvPr id="4" name="Picture 3">
            <a:extLst>
              <a:ext uri="{FF2B5EF4-FFF2-40B4-BE49-F238E27FC236}">
                <a16:creationId xmlns:a16="http://schemas.microsoft.com/office/drawing/2014/main" id="{F7DF1F51-4B47-784C-D84F-EF1096D88253}"/>
              </a:ext>
            </a:extLst>
          </p:cNvPr>
          <p:cNvPicPr>
            <a:picLocks noChangeAspect="1"/>
          </p:cNvPicPr>
          <p:nvPr/>
        </p:nvPicPr>
        <p:blipFill>
          <a:blip r:embed="rId3"/>
          <a:srcRect/>
          <a:stretch/>
        </p:blipFill>
        <p:spPr>
          <a:xfrm>
            <a:off x="672323" y="4008313"/>
            <a:ext cx="10847353" cy="2399071"/>
          </a:xfrm>
          <a:prstGeom prst="rect">
            <a:avLst/>
          </a:prstGeom>
        </p:spPr>
      </p:pic>
      <p:sp>
        <p:nvSpPr>
          <p:cNvPr id="2" name="Title 1">
            <a:extLst>
              <a:ext uri="{FF2B5EF4-FFF2-40B4-BE49-F238E27FC236}">
                <a16:creationId xmlns:a16="http://schemas.microsoft.com/office/drawing/2014/main" id="{58F48DFE-8EA0-2495-A090-A7156394510D}"/>
              </a:ext>
            </a:extLst>
          </p:cNvPr>
          <p:cNvSpPr>
            <a:spLocks noGrp="1"/>
          </p:cNvSpPr>
          <p:nvPr>
            <p:ph type="title"/>
          </p:nvPr>
        </p:nvSpPr>
        <p:spPr>
          <a:xfrm>
            <a:off x="537914" y="927863"/>
            <a:ext cx="10743644" cy="534190"/>
          </a:xfrm>
        </p:spPr>
        <p:txBody>
          <a:bodyPr/>
          <a:lstStyle/>
          <a:p>
            <a:pPr algn="l"/>
            <a:r>
              <a:rPr lang="en-US" sz="3200" dirty="0"/>
              <a:t>4. Show the borrowing history along with member names and book titles</a:t>
            </a:r>
          </a:p>
        </p:txBody>
      </p:sp>
    </p:spTree>
    <p:extLst>
      <p:ext uri="{BB962C8B-B14F-4D97-AF65-F5344CB8AC3E}">
        <p14:creationId xmlns:p14="http://schemas.microsoft.com/office/powerpoint/2010/main" val="4160267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A683A-9703-63DF-E1E5-D324ABC55E32}"/>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A5DF1FB-E4F9-B191-063C-98FF30E9D09D}"/>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7</a:t>
            </a:fld>
            <a:endParaRPr lang="en-US" dirty="0"/>
          </a:p>
        </p:txBody>
      </p:sp>
      <p:sp>
        <p:nvSpPr>
          <p:cNvPr id="9" name="Content Placeholder 3">
            <a:extLst>
              <a:ext uri="{FF2B5EF4-FFF2-40B4-BE49-F238E27FC236}">
                <a16:creationId xmlns:a16="http://schemas.microsoft.com/office/drawing/2014/main" id="{DEC0C39A-33A3-A88E-C6F3-0C76F9CB2F13}"/>
              </a:ext>
            </a:extLst>
          </p:cNvPr>
          <p:cNvSpPr txBox="1">
            <a:spLocks/>
          </p:cNvSpPr>
          <p:nvPr/>
        </p:nvSpPr>
        <p:spPr>
          <a:xfrm>
            <a:off x="765974" y="2087345"/>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a:t>
            </a:r>
            <a:r>
              <a:rPr lang="en-US" dirty="0" err="1"/>
              <a:t>BK.Title,M.Name,B.BorrowDateFrom</a:t>
            </a:r>
            <a:r>
              <a:rPr lang="en-US" dirty="0"/>
              <a:t> </a:t>
            </a:r>
            <a:r>
              <a:rPr lang="en-US" dirty="0" err="1"/>
              <a:t>BorrowingTable</a:t>
            </a:r>
            <a:r>
              <a:rPr lang="en-US" dirty="0"/>
              <a:t> B Join Books BK on </a:t>
            </a:r>
            <a:r>
              <a:rPr lang="en-US" dirty="0" err="1"/>
              <a:t>B.Book_id</a:t>
            </a:r>
            <a:r>
              <a:rPr lang="en-US" dirty="0"/>
              <a:t> = </a:t>
            </a:r>
            <a:r>
              <a:rPr lang="en-US" dirty="0" err="1"/>
              <a:t>BK.Book_id</a:t>
            </a:r>
            <a:r>
              <a:rPr lang="en-US" dirty="0"/>
              <a:t> Join Members M on </a:t>
            </a:r>
            <a:r>
              <a:rPr lang="en-US" dirty="0" err="1"/>
              <a:t>B.Member_id</a:t>
            </a:r>
            <a:r>
              <a:rPr lang="en-US" dirty="0"/>
              <a:t> = </a:t>
            </a:r>
            <a:r>
              <a:rPr lang="en-US" dirty="0" err="1"/>
              <a:t>M.Member_id</a:t>
            </a:r>
            <a:r>
              <a:rPr lang="en-US" dirty="0"/>
              <a:t> where </a:t>
            </a:r>
            <a:r>
              <a:rPr lang="en-US" dirty="0" err="1"/>
              <a:t>B.ReturnDate</a:t>
            </a:r>
            <a:r>
              <a:rPr lang="en-US" dirty="0"/>
              <a:t> is NULL AND </a:t>
            </a:r>
            <a:r>
              <a:rPr lang="en-US" dirty="0" err="1"/>
              <a:t>B.BorrowDate</a:t>
            </a:r>
            <a:r>
              <a:rPr lang="en-US" dirty="0"/>
              <a:t> &lt; </a:t>
            </a:r>
            <a:r>
              <a:rPr lang="en-US" dirty="0" err="1"/>
              <a:t>curdate</a:t>
            </a:r>
            <a:r>
              <a:rPr lang="en-US" dirty="0"/>
              <a:t>();</a:t>
            </a:r>
          </a:p>
        </p:txBody>
      </p:sp>
      <p:pic>
        <p:nvPicPr>
          <p:cNvPr id="4" name="Picture 3">
            <a:extLst>
              <a:ext uri="{FF2B5EF4-FFF2-40B4-BE49-F238E27FC236}">
                <a16:creationId xmlns:a16="http://schemas.microsoft.com/office/drawing/2014/main" id="{300D64F8-61D1-29D5-B0B8-D45754B7837C}"/>
              </a:ext>
            </a:extLst>
          </p:cNvPr>
          <p:cNvPicPr>
            <a:picLocks noChangeAspect="1"/>
          </p:cNvPicPr>
          <p:nvPr/>
        </p:nvPicPr>
        <p:blipFill>
          <a:blip r:embed="rId3"/>
          <a:srcRect/>
          <a:stretch/>
        </p:blipFill>
        <p:spPr>
          <a:xfrm>
            <a:off x="578673" y="4284855"/>
            <a:ext cx="10847353" cy="1902884"/>
          </a:xfrm>
          <a:prstGeom prst="rect">
            <a:avLst/>
          </a:prstGeom>
        </p:spPr>
      </p:pic>
      <p:sp>
        <p:nvSpPr>
          <p:cNvPr id="2" name="Title 1">
            <a:extLst>
              <a:ext uri="{FF2B5EF4-FFF2-40B4-BE49-F238E27FC236}">
                <a16:creationId xmlns:a16="http://schemas.microsoft.com/office/drawing/2014/main" id="{DC1BBF6E-44C0-A773-261B-76D63EC39D22}"/>
              </a:ext>
            </a:extLst>
          </p:cNvPr>
          <p:cNvSpPr>
            <a:spLocks noGrp="1"/>
          </p:cNvSpPr>
          <p:nvPr>
            <p:ph type="title"/>
          </p:nvPr>
        </p:nvSpPr>
        <p:spPr>
          <a:xfrm>
            <a:off x="509846" y="1022942"/>
            <a:ext cx="10758410" cy="534190"/>
          </a:xfrm>
        </p:spPr>
        <p:txBody>
          <a:bodyPr/>
          <a:lstStyle/>
          <a:p>
            <a:pPr algn="l"/>
            <a:r>
              <a:rPr lang="en-US" dirty="0"/>
              <a:t>5. Identify overdue books (not returned by today's date)</a:t>
            </a:r>
          </a:p>
        </p:txBody>
      </p:sp>
    </p:spTree>
    <p:extLst>
      <p:ext uri="{BB962C8B-B14F-4D97-AF65-F5344CB8AC3E}">
        <p14:creationId xmlns:p14="http://schemas.microsoft.com/office/powerpoint/2010/main" val="2345148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CF5FA-5D68-289C-637A-0DA166B5CB3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0952F7-CD20-2574-0358-14FC86FE541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
        <p:nvSpPr>
          <p:cNvPr id="9" name="Content Placeholder 3">
            <a:extLst>
              <a:ext uri="{FF2B5EF4-FFF2-40B4-BE49-F238E27FC236}">
                <a16:creationId xmlns:a16="http://schemas.microsoft.com/office/drawing/2014/main" id="{871BCE74-3901-99D9-9A6A-2F003D60AB9B}"/>
              </a:ext>
            </a:extLst>
          </p:cNvPr>
          <p:cNvSpPr txBox="1">
            <a:spLocks/>
          </p:cNvSpPr>
          <p:nvPr/>
        </p:nvSpPr>
        <p:spPr>
          <a:xfrm>
            <a:off x="667163" y="2282476"/>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a:t>
            </a:r>
            <a:r>
              <a:rPr lang="en-US" dirty="0" err="1"/>
              <a:t>BK.Book_id,BK.Title,COUNT</a:t>
            </a:r>
            <a:r>
              <a:rPr lang="en-US" dirty="0"/>
              <a:t>(*) AS </a:t>
            </a:r>
            <a:r>
              <a:rPr lang="en-US" dirty="0" err="1"/>
              <a:t>TotalBorrowed</a:t>
            </a:r>
            <a:r>
              <a:rPr lang="en-US" dirty="0"/>
              <a:t> FROM </a:t>
            </a:r>
            <a:r>
              <a:rPr lang="en-US" dirty="0" err="1"/>
              <a:t>BorrowingTable</a:t>
            </a:r>
            <a:r>
              <a:rPr lang="en-US" dirty="0"/>
              <a:t> B JOIN Books BK ON </a:t>
            </a:r>
            <a:r>
              <a:rPr lang="en-US" dirty="0" err="1"/>
              <a:t>B.Book_id</a:t>
            </a:r>
            <a:r>
              <a:rPr lang="en-US" dirty="0"/>
              <a:t> = </a:t>
            </a:r>
            <a:r>
              <a:rPr lang="en-US" dirty="0" err="1"/>
              <a:t>BK.Book_id</a:t>
            </a:r>
            <a:r>
              <a:rPr lang="en-US" dirty="0"/>
              <a:t> GROUP BY </a:t>
            </a:r>
            <a:r>
              <a:rPr lang="en-US" dirty="0" err="1"/>
              <a:t>BK.Book_id</a:t>
            </a:r>
            <a:r>
              <a:rPr lang="en-US" dirty="0"/>
              <a:t>, </a:t>
            </a:r>
            <a:r>
              <a:rPr lang="en-US" dirty="0" err="1"/>
              <a:t>BK.Title</a:t>
            </a:r>
            <a:r>
              <a:rPr lang="en-US" dirty="0"/>
              <a:t> ORDER BY </a:t>
            </a:r>
            <a:r>
              <a:rPr lang="en-US" dirty="0" err="1"/>
              <a:t>TotalBorrowed</a:t>
            </a:r>
            <a:r>
              <a:rPr lang="en-US" dirty="0"/>
              <a:t> DESC LIMIT 3;</a:t>
            </a:r>
          </a:p>
        </p:txBody>
      </p:sp>
      <p:pic>
        <p:nvPicPr>
          <p:cNvPr id="4" name="Picture 3">
            <a:extLst>
              <a:ext uri="{FF2B5EF4-FFF2-40B4-BE49-F238E27FC236}">
                <a16:creationId xmlns:a16="http://schemas.microsoft.com/office/drawing/2014/main" id="{B4DC086D-F2F2-228E-5EB3-55012AA6C29F}"/>
              </a:ext>
            </a:extLst>
          </p:cNvPr>
          <p:cNvPicPr>
            <a:picLocks noChangeAspect="1"/>
          </p:cNvPicPr>
          <p:nvPr/>
        </p:nvPicPr>
        <p:blipFill>
          <a:blip r:embed="rId3"/>
          <a:srcRect/>
          <a:stretch/>
        </p:blipFill>
        <p:spPr>
          <a:xfrm>
            <a:off x="578673" y="4386293"/>
            <a:ext cx="10847352" cy="2014508"/>
          </a:xfrm>
          <a:prstGeom prst="rect">
            <a:avLst/>
          </a:prstGeom>
        </p:spPr>
      </p:pic>
      <p:sp>
        <p:nvSpPr>
          <p:cNvPr id="2" name="Title 1">
            <a:extLst>
              <a:ext uri="{FF2B5EF4-FFF2-40B4-BE49-F238E27FC236}">
                <a16:creationId xmlns:a16="http://schemas.microsoft.com/office/drawing/2014/main" id="{616DEE86-4543-E64E-14C0-6796C268981F}"/>
              </a:ext>
            </a:extLst>
          </p:cNvPr>
          <p:cNvSpPr>
            <a:spLocks noGrp="1"/>
          </p:cNvSpPr>
          <p:nvPr>
            <p:ph type="title"/>
          </p:nvPr>
        </p:nvSpPr>
        <p:spPr>
          <a:xfrm>
            <a:off x="509845" y="963473"/>
            <a:ext cx="10659599" cy="534190"/>
          </a:xfrm>
        </p:spPr>
        <p:txBody>
          <a:bodyPr/>
          <a:lstStyle/>
          <a:p>
            <a:pPr algn="l"/>
            <a:r>
              <a:rPr lang="en-US" dirty="0"/>
              <a:t>6. Show the top 3 most borrowed books</a:t>
            </a:r>
          </a:p>
        </p:txBody>
      </p:sp>
    </p:spTree>
    <p:extLst>
      <p:ext uri="{BB962C8B-B14F-4D97-AF65-F5344CB8AC3E}">
        <p14:creationId xmlns:p14="http://schemas.microsoft.com/office/powerpoint/2010/main" val="1255033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CC65D-908A-5F59-9354-44D58AB1D92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6AED4A-6C5D-AA72-A891-D1B2943DB6B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9</a:t>
            </a:fld>
            <a:endParaRPr lang="en-US" dirty="0"/>
          </a:p>
        </p:txBody>
      </p:sp>
      <p:sp>
        <p:nvSpPr>
          <p:cNvPr id="9" name="Content Placeholder 3">
            <a:extLst>
              <a:ext uri="{FF2B5EF4-FFF2-40B4-BE49-F238E27FC236}">
                <a16:creationId xmlns:a16="http://schemas.microsoft.com/office/drawing/2014/main" id="{4E36BE11-6922-DC7B-2D90-C519C77F76E9}"/>
              </a:ext>
            </a:extLst>
          </p:cNvPr>
          <p:cNvSpPr txBox="1">
            <a:spLocks/>
          </p:cNvSpPr>
          <p:nvPr/>
        </p:nvSpPr>
        <p:spPr>
          <a:xfrm>
            <a:off x="589935" y="2509567"/>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a:t>
            </a:r>
            <a:r>
              <a:rPr lang="en-US" dirty="0" err="1"/>
              <a:t>Genre,COUNT</a:t>
            </a:r>
            <a:r>
              <a:rPr lang="en-US" dirty="0"/>
              <a:t>(*) AS </a:t>
            </a:r>
            <a:r>
              <a:rPr lang="en-US" dirty="0" err="1"/>
              <a:t>TotalBooks</a:t>
            </a:r>
            <a:r>
              <a:rPr lang="en-US" dirty="0"/>
              <a:t> FROM Books GROUP BY Genre;</a:t>
            </a:r>
          </a:p>
        </p:txBody>
      </p:sp>
      <p:pic>
        <p:nvPicPr>
          <p:cNvPr id="4" name="Picture 3">
            <a:extLst>
              <a:ext uri="{FF2B5EF4-FFF2-40B4-BE49-F238E27FC236}">
                <a16:creationId xmlns:a16="http://schemas.microsoft.com/office/drawing/2014/main" id="{D944F474-3D38-21D5-5976-10E725A9CB04}"/>
              </a:ext>
            </a:extLst>
          </p:cNvPr>
          <p:cNvPicPr>
            <a:picLocks noChangeAspect="1"/>
          </p:cNvPicPr>
          <p:nvPr/>
        </p:nvPicPr>
        <p:blipFill>
          <a:blip r:embed="rId3"/>
          <a:srcRect/>
          <a:stretch/>
        </p:blipFill>
        <p:spPr>
          <a:xfrm>
            <a:off x="648929" y="4068098"/>
            <a:ext cx="10953136" cy="2332703"/>
          </a:xfrm>
          <a:prstGeom prst="rect">
            <a:avLst/>
          </a:prstGeom>
        </p:spPr>
      </p:pic>
      <p:sp>
        <p:nvSpPr>
          <p:cNvPr id="2" name="Title 1">
            <a:extLst>
              <a:ext uri="{FF2B5EF4-FFF2-40B4-BE49-F238E27FC236}">
                <a16:creationId xmlns:a16="http://schemas.microsoft.com/office/drawing/2014/main" id="{29D468C8-83EE-D239-B3F7-49C4B2F389B6}"/>
              </a:ext>
            </a:extLst>
          </p:cNvPr>
          <p:cNvSpPr>
            <a:spLocks noGrp="1"/>
          </p:cNvSpPr>
          <p:nvPr>
            <p:ph type="title"/>
          </p:nvPr>
        </p:nvSpPr>
        <p:spPr>
          <a:xfrm>
            <a:off x="486696" y="1024955"/>
            <a:ext cx="10708760" cy="534190"/>
          </a:xfrm>
        </p:spPr>
        <p:txBody>
          <a:bodyPr/>
          <a:lstStyle/>
          <a:p>
            <a:pPr algn="l"/>
            <a:r>
              <a:rPr lang="en-US" dirty="0"/>
              <a:t>7. Display the total number of books in each genre</a:t>
            </a:r>
          </a:p>
        </p:txBody>
      </p:sp>
    </p:spTree>
    <p:extLst>
      <p:ext uri="{BB962C8B-B14F-4D97-AF65-F5344CB8AC3E}">
        <p14:creationId xmlns:p14="http://schemas.microsoft.com/office/powerpoint/2010/main" val="3686227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AC370-AAF7-51B7-931B-76E8D1FE322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535D19E-D3A8-BEEF-A6C4-2D3EF8A2AFDE}"/>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
        <p:nvSpPr>
          <p:cNvPr id="9" name="Content Placeholder 3">
            <a:extLst>
              <a:ext uri="{FF2B5EF4-FFF2-40B4-BE49-F238E27FC236}">
                <a16:creationId xmlns:a16="http://schemas.microsoft.com/office/drawing/2014/main" id="{D08BDA1D-1615-7F77-AE4A-687BFA51794C}"/>
              </a:ext>
            </a:extLst>
          </p:cNvPr>
          <p:cNvSpPr txBox="1">
            <a:spLocks/>
          </p:cNvSpPr>
          <p:nvPr/>
        </p:nvSpPr>
        <p:spPr>
          <a:xfrm>
            <a:off x="589935" y="1979709"/>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a:t>
            </a:r>
            <a:r>
              <a:rPr lang="en-US" dirty="0" err="1"/>
              <a:t>M.Name,BK.Title,B.BorrowDate,B.ReturnDate</a:t>
            </a:r>
            <a:r>
              <a:rPr lang="en-US" dirty="0"/>
              <a:t> FROM </a:t>
            </a:r>
            <a:r>
              <a:rPr lang="en-US" dirty="0" err="1"/>
              <a:t>BorrowingTable</a:t>
            </a:r>
            <a:r>
              <a:rPr lang="en-US" dirty="0"/>
              <a:t> B JOIN Members M ON </a:t>
            </a:r>
            <a:r>
              <a:rPr lang="en-US" dirty="0" err="1"/>
              <a:t>B.Member_id</a:t>
            </a:r>
            <a:r>
              <a:rPr lang="en-US" dirty="0"/>
              <a:t> = </a:t>
            </a:r>
            <a:r>
              <a:rPr lang="en-US" dirty="0" err="1"/>
              <a:t>M.Member_id</a:t>
            </a:r>
            <a:r>
              <a:rPr lang="en-US" dirty="0"/>
              <a:t> JOIN Books BK ON </a:t>
            </a:r>
            <a:r>
              <a:rPr lang="en-US" dirty="0" err="1"/>
              <a:t>B.Book_id</a:t>
            </a:r>
            <a:r>
              <a:rPr lang="en-US" dirty="0"/>
              <a:t> = </a:t>
            </a:r>
            <a:r>
              <a:rPr lang="en-US" dirty="0" err="1"/>
              <a:t>BK.Book_id</a:t>
            </a:r>
            <a:r>
              <a:rPr lang="en-US" dirty="0"/>
              <a:t> WHERE </a:t>
            </a:r>
            <a:r>
              <a:rPr lang="en-US" dirty="0" err="1"/>
              <a:t>M.Member_id</a:t>
            </a:r>
            <a:r>
              <a:rPr lang="en-US" dirty="0"/>
              <a:t> = 3;</a:t>
            </a:r>
          </a:p>
        </p:txBody>
      </p:sp>
      <p:pic>
        <p:nvPicPr>
          <p:cNvPr id="4" name="Picture 3">
            <a:extLst>
              <a:ext uri="{FF2B5EF4-FFF2-40B4-BE49-F238E27FC236}">
                <a16:creationId xmlns:a16="http://schemas.microsoft.com/office/drawing/2014/main" id="{C99AE075-7282-9FCB-428A-7DD904F92A6A}"/>
              </a:ext>
            </a:extLst>
          </p:cNvPr>
          <p:cNvPicPr>
            <a:picLocks noChangeAspect="1"/>
          </p:cNvPicPr>
          <p:nvPr/>
        </p:nvPicPr>
        <p:blipFill>
          <a:blip r:embed="rId3"/>
          <a:srcRect/>
          <a:stretch/>
        </p:blipFill>
        <p:spPr>
          <a:xfrm>
            <a:off x="648929" y="4212942"/>
            <a:ext cx="10953136" cy="2084799"/>
          </a:xfrm>
          <a:prstGeom prst="rect">
            <a:avLst/>
          </a:prstGeom>
        </p:spPr>
      </p:pic>
      <p:sp>
        <p:nvSpPr>
          <p:cNvPr id="2" name="Title 1">
            <a:extLst>
              <a:ext uri="{FF2B5EF4-FFF2-40B4-BE49-F238E27FC236}">
                <a16:creationId xmlns:a16="http://schemas.microsoft.com/office/drawing/2014/main" id="{2F9327FB-73E0-64E5-39AE-4E67E43F21F9}"/>
              </a:ext>
            </a:extLst>
          </p:cNvPr>
          <p:cNvSpPr>
            <a:spLocks noGrp="1"/>
          </p:cNvSpPr>
          <p:nvPr>
            <p:ph type="title"/>
          </p:nvPr>
        </p:nvSpPr>
        <p:spPr>
          <a:xfrm>
            <a:off x="509846" y="934203"/>
            <a:ext cx="10571109" cy="534190"/>
          </a:xfrm>
        </p:spPr>
        <p:txBody>
          <a:bodyPr/>
          <a:lstStyle/>
          <a:p>
            <a:pPr algn="l"/>
            <a:r>
              <a:rPr lang="en-US" sz="3200" dirty="0"/>
              <a:t>8. Retrieve the borrowing history for a specific member (</a:t>
            </a:r>
            <a:r>
              <a:rPr lang="en-US" sz="3200" dirty="0" err="1"/>
              <a:t>Member_ID</a:t>
            </a:r>
            <a:r>
              <a:rPr lang="en-US" sz="3200" dirty="0"/>
              <a:t> = 3)</a:t>
            </a:r>
          </a:p>
        </p:txBody>
      </p:sp>
    </p:spTree>
    <p:extLst>
      <p:ext uri="{BB962C8B-B14F-4D97-AF65-F5344CB8AC3E}">
        <p14:creationId xmlns:p14="http://schemas.microsoft.com/office/powerpoint/2010/main" val="679877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23F27-6427-9487-292E-A79C7BE17B7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4890CB0-131D-64C1-AF24-A8184256A0D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11</a:t>
            </a:fld>
            <a:endParaRPr lang="en-US" dirty="0"/>
          </a:p>
        </p:txBody>
      </p:sp>
      <p:sp>
        <p:nvSpPr>
          <p:cNvPr id="9" name="Content Placeholder 3">
            <a:extLst>
              <a:ext uri="{FF2B5EF4-FFF2-40B4-BE49-F238E27FC236}">
                <a16:creationId xmlns:a16="http://schemas.microsoft.com/office/drawing/2014/main" id="{3E737C4D-839E-060D-EE53-6A14BE6CD35D}"/>
              </a:ext>
            </a:extLst>
          </p:cNvPr>
          <p:cNvSpPr txBox="1">
            <a:spLocks/>
          </p:cNvSpPr>
          <p:nvPr/>
        </p:nvSpPr>
        <p:spPr>
          <a:xfrm>
            <a:off x="712368" y="2413819"/>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AVG(DATEDIFF(</a:t>
            </a:r>
            <a:r>
              <a:rPr lang="en-US" dirty="0" err="1"/>
              <a:t>ReturnDate</a:t>
            </a:r>
            <a:r>
              <a:rPr lang="en-US" dirty="0"/>
              <a:t>, </a:t>
            </a:r>
            <a:r>
              <a:rPr lang="en-US" dirty="0" err="1"/>
              <a:t>BorrowDate</a:t>
            </a:r>
            <a:r>
              <a:rPr lang="en-US" dirty="0"/>
              <a:t>)) AS </a:t>
            </a:r>
            <a:r>
              <a:rPr lang="en-US" dirty="0" err="1"/>
              <a:t>AverageBorrowDays</a:t>
            </a:r>
            <a:r>
              <a:rPr lang="en-US" dirty="0"/>
              <a:t> FROM </a:t>
            </a:r>
            <a:r>
              <a:rPr lang="en-US" dirty="0" err="1"/>
              <a:t>BorrowingTable</a:t>
            </a:r>
            <a:r>
              <a:rPr lang="en-US" dirty="0"/>
              <a:t> WHERE </a:t>
            </a:r>
            <a:r>
              <a:rPr lang="en-US" dirty="0" err="1"/>
              <a:t>ReturnDate</a:t>
            </a:r>
            <a:r>
              <a:rPr lang="en-US" dirty="0"/>
              <a:t> IS NOT NULL;</a:t>
            </a:r>
          </a:p>
        </p:txBody>
      </p:sp>
      <p:pic>
        <p:nvPicPr>
          <p:cNvPr id="4" name="Picture 3">
            <a:extLst>
              <a:ext uri="{FF2B5EF4-FFF2-40B4-BE49-F238E27FC236}">
                <a16:creationId xmlns:a16="http://schemas.microsoft.com/office/drawing/2014/main" id="{3D2FCFD8-B276-2F64-1788-1E1C46A9652C}"/>
              </a:ext>
            </a:extLst>
          </p:cNvPr>
          <p:cNvPicPr>
            <a:picLocks noChangeAspect="1"/>
          </p:cNvPicPr>
          <p:nvPr/>
        </p:nvPicPr>
        <p:blipFill>
          <a:blip r:embed="rId3"/>
          <a:srcRect/>
          <a:stretch/>
        </p:blipFill>
        <p:spPr>
          <a:xfrm>
            <a:off x="712368" y="4075291"/>
            <a:ext cx="10767264" cy="2128864"/>
          </a:xfrm>
          <a:prstGeom prst="rect">
            <a:avLst/>
          </a:prstGeom>
        </p:spPr>
      </p:pic>
      <p:sp>
        <p:nvSpPr>
          <p:cNvPr id="2" name="Title 1">
            <a:extLst>
              <a:ext uri="{FF2B5EF4-FFF2-40B4-BE49-F238E27FC236}">
                <a16:creationId xmlns:a16="http://schemas.microsoft.com/office/drawing/2014/main" id="{786A734C-E7FE-F48C-EC88-33734D3385DC}"/>
              </a:ext>
            </a:extLst>
          </p:cNvPr>
          <p:cNvSpPr>
            <a:spLocks noGrp="1"/>
          </p:cNvSpPr>
          <p:nvPr>
            <p:ph type="title"/>
          </p:nvPr>
        </p:nvSpPr>
        <p:spPr>
          <a:xfrm>
            <a:off x="509846" y="1494227"/>
            <a:ext cx="10502282" cy="534190"/>
          </a:xfrm>
        </p:spPr>
        <p:txBody>
          <a:bodyPr/>
          <a:lstStyle/>
          <a:p>
            <a:pPr algn="l"/>
            <a:r>
              <a:rPr lang="en-US" dirty="0"/>
              <a:t>9. Calculate the average number of days books are borrowed before being returned</a:t>
            </a:r>
          </a:p>
        </p:txBody>
      </p:sp>
    </p:spTree>
    <p:extLst>
      <p:ext uri="{BB962C8B-B14F-4D97-AF65-F5344CB8AC3E}">
        <p14:creationId xmlns:p14="http://schemas.microsoft.com/office/powerpoint/2010/main" val="2100806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F1AF-0CEE-9F68-6978-53465AE0F610}"/>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B75A83-F9EC-7ED7-162E-D2DE47FC342C}"/>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12</a:t>
            </a:fld>
            <a:endParaRPr lang="en-US" dirty="0"/>
          </a:p>
        </p:txBody>
      </p:sp>
      <p:sp>
        <p:nvSpPr>
          <p:cNvPr id="9" name="Content Placeholder 3">
            <a:extLst>
              <a:ext uri="{FF2B5EF4-FFF2-40B4-BE49-F238E27FC236}">
                <a16:creationId xmlns:a16="http://schemas.microsoft.com/office/drawing/2014/main" id="{36B07714-B7F0-DD69-746C-F13D606DA63C}"/>
              </a:ext>
            </a:extLst>
          </p:cNvPr>
          <p:cNvSpPr txBox="1">
            <a:spLocks/>
          </p:cNvSpPr>
          <p:nvPr/>
        </p:nvSpPr>
        <p:spPr>
          <a:xfrm>
            <a:off x="578673" y="1616096"/>
            <a:ext cx="10502282" cy="2233233"/>
          </a:xfrm>
          <a:prstGeom prst="rect">
            <a:avLst/>
          </a:prstGeom>
        </p:spPr>
        <p:txBody>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SELECT </a:t>
            </a:r>
            <a:r>
              <a:rPr lang="en-US" dirty="0" err="1"/>
              <a:t>BK.Book_id,BK.Title,COUNT</a:t>
            </a:r>
            <a:r>
              <a:rPr lang="en-US" dirty="0"/>
              <a:t>(</a:t>
            </a:r>
            <a:r>
              <a:rPr lang="en-US" dirty="0" err="1"/>
              <a:t>B.Borrow_id</a:t>
            </a:r>
            <a:r>
              <a:rPr lang="en-US" dirty="0"/>
              <a:t>) AS </a:t>
            </a:r>
            <a:r>
              <a:rPr lang="en-US" dirty="0" err="1"/>
              <a:t>TimesBorrowed</a:t>
            </a:r>
            <a:r>
              <a:rPr lang="en-US" dirty="0"/>
              <a:t> FROM Books BK LEFT JOIN </a:t>
            </a:r>
            <a:r>
              <a:rPr lang="en-US" dirty="0" err="1"/>
              <a:t>BorrowingTable</a:t>
            </a:r>
            <a:r>
              <a:rPr lang="en-US" dirty="0"/>
              <a:t> B ON </a:t>
            </a:r>
            <a:r>
              <a:rPr lang="en-US" dirty="0" err="1"/>
              <a:t>BK.Book_id</a:t>
            </a:r>
            <a:r>
              <a:rPr lang="en-US" dirty="0"/>
              <a:t> = </a:t>
            </a:r>
            <a:r>
              <a:rPr lang="en-US" dirty="0" err="1"/>
              <a:t>B.Book_id</a:t>
            </a:r>
            <a:r>
              <a:rPr lang="en-US" dirty="0"/>
              <a:t> GROUP BY </a:t>
            </a:r>
            <a:r>
              <a:rPr lang="en-US" dirty="0" err="1"/>
              <a:t>BK.Book_id</a:t>
            </a:r>
            <a:r>
              <a:rPr lang="en-US" dirty="0"/>
              <a:t>, </a:t>
            </a:r>
            <a:r>
              <a:rPr lang="en-US" dirty="0" err="1"/>
              <a:t>BK.Title</a:t>
            </a:r>
            <a:r>
              <a:rPr lang="en-US"/>
              <a:t> ORDER </a:t>
            </a:r>
            <a:r>
              <a:rPr lang="en-US" dirty="0"/>
              <a:t>BY </a:t>
            </a:r>
            <a:r>
              <a:rPr lang="en-US" dirty="0" err="1"/>
              <a:t>TimesBorrowed</a:t>
            </a:r>
            <a:r>
              <a:rPr lang="en-US" dirty="0"/>
              <a:t> ASC LIMIT 1;</a:t>
            </a:r>
          </a:p>
        </p:txBody>
      </p:sp>
      <p:pic>
        <p:nvPicPr>
          <p:cNvPr id="4" name="Picture 3">
            <a:extLst>
              <a:ext uri="{FF2B5EF4-FFF2-40B4-BE49-F238E27FC236}">
                <a16:creationId xmlns:a16="http://schemas.microsoft.com/office/drawing/2014/main" id="{50F79C71-B574-284D-1A56-F8BA1AE1E40D}"/>
              </a:ext>
            </a:extLst>
          </p:cNvPr>
          <p:cNvPicPr>
            <a:picLocks noChangeAspect="1"/>
          </p:cNvPicPr>
          <p:nvPr/>
        </p:nvPicPr>
        <p:blipFill>
          <a:blip r:embed="rId3"/>
          <a:srcRect/>
          <a:stretch/>
        </p:blipFill>
        <p:spPr>
          <a:xfrm>
            <a:off x="712368" y="3844413"/>
            <a:ext cx="10767264" cy="2133599"/>
          </a:xfrm>
          <a:prstGeom prst="rect">
            <a:avLst/>
          </a:prstGeom>
        </p:spPr>
      </p:pic>
      <p:sp>
        <p:nvSpPr>
          <p:cNvPr id="2" name="Title 1">
            <a:extLst>
              <a:ext uri="{FF2B5EF4-FFF2-40B4-BE49-F238E27FC236}">
                <a16:creationId xmlns:a16="http://schemas.microsoft.com/office/drawing/2014/main" id="{F2F9CCD6-197B-425E-E1C0-FB5EE6BB9A5E}"/>
              </a:ext>
            </a:extLst>
          </p:cNvPr>
          <p:cNvSpPr>
            <a:spLocks noGrp="1"/>
          </p:cNvSpPr>
          <p:nvPr>
            <p:ph type="title"/>
          </p:nvPr>
        </p:nvSpPr>
        <p:spPr>
          <a:xfrm>
            <a:off x="509846" y="994815"/>
            <a:ext cx="10571109" cy="534190"/>
          </a:xfrm>
        </p:spPr>
        <p:txBody>
          <a:bodyPr/>
          <a:lstStyle/>
          <a:p>
            <a:pPr algn="l"/>
            <a:r>
              <a:rPr lang="en-US" dirty="0"/>
              <a:t>10. Find the least borrowed book</a:t>
            </a:r>
            <a:br>
              <a:rPr lang="en-US" dirty="0"/>
            </a:br>
            <a:endParaRPr lang="en-US" dirty="0"/>
          </a:p>
        </p:txBody>
      </p:sp>
    </p:spTree>
    <p:extLst>
      <p:ext uri="{BB962C8B-B14F-4D97-AF65-F5344CB8AC3E}">
        <p14:creationId xmlns:p14="http://schemas.microsoft.com/office/powerpoint/2010/main" val="1065380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dirty="0"/>
              <a:t>Thank </a:t>
            </a:r>
            <a:br>
              <a:rPr lang="en-US" dirty="0"/>
            </a:br>
            <a:r>
              <a:rPr lang="en-US" dirty="0"/>
              <a:t>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{76D62D8C-FD30-4F07-84DF-12A0E8950712}TF8a9b5915-b8c7-461e-8cdd-693d48b5e32371f7b7e2_win32-4bf0b9a2ea37</Template>
  <TotalTime>34</TotalTime>
  <Words>519</Words>
  <Application>Microsoft Office PowerPoint</Application>
  <PresentationFormat>Widescreen</PresentationFormat>
  <Paragraphs>35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Sabon Next LT</vt:lpstr>
      <vt:lpstr>Custom</vt:lpstr>
      <vt:lpstr>Library Management System Project </vt:lpstr>
      <vt:lpstr>objective</vt:lpstr>
      <vt:lpstr>1. Retrieve all book details</vt:lpstr>
      <vt:lpstr>2. Find all members who joined  after January 1, 2022</vt:lpstr>
      <vt:lpstr>3. List the books that have fewer than 3 copies available</vt:lpstr>
      <vt:lpstr>4. Show the borrowing history along with member names and book titles</vt:lpstr>
      <vt:lpstr>5. Identify overdue books (not returned by today's date)</vt:lpstr>
      <vt:lpstr>6. Show the top 3 most borrowed books</vt:lpstr>
      <vt:lpstr>7. Display the total number of books in each genre</vt:lpstr>
      <vt:lpstr>8. Retrieve the borrowing history for a specific member (Member_ID = 3)</vt:lpstr>
      <vt:lpstr>9. Calculate the average number of days books are borrowed before being returned</vt:lpstr>
      <vt:lpstr>10. Find the least borrowed book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abhishek urkude</dc:creator>
  <cp:lastModifiedBy>abhishek urkude</cp:lastModifiedBy>
  <cp:revision>1</cp:revision>
  <dcterms:created xsi:type="dcterms:W3CDTF">2026-09-01T09:00:16Z</dcterms:created>
  <dcterms:modified xsi:type="dcterms:W3CDTF">2026-09-01T09:37:04Z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